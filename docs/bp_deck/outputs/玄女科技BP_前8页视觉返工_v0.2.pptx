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402080"/>
            <a:ext cx="5806440" cy="3870960"/>
          </a:xfrm>
          <a:prstGeom prst="rect">
            <a:avLst/>
          </a:prstGeom>
        </p:spPr>
      </p:pic>
      <p:sp>
        <p:nvSpPr>
          <p:cNvPr id="5" name="Oval 4"/>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0" name="TextBox 9"/>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1" name="TextBox 10"/>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2" name="Connector 11"/>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0" name="TextBox 19"/>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1" name="Connector 20"/>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3" name="TextBox 32"/>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4" name="Connector 33"/>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