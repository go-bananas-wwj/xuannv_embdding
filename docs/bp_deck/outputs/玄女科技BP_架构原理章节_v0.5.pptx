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技术范式差异：从任务模型到底座模型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传统遥感 AI 围绕单一任务重复建设；玄女将能力沉淀在统一地理嵌入中。</a:t>
            </a:r>
          </a:p>
        </p:txBody>
      </p:sp>
      <p:pic>
        <p:nvPicPr>
          <p:cNvPr id="5" name="Picture 4" descr="arch_paradigm_task_to_fou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路线差异：不是多训练几个模型，而是建立可复用的遥感基础表征。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为什么能做：多模态自学习机制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模型通过同一地理位置的多源观测互相校准，学习稳定的地理语义。</a:t>
            </a:r>
          </a:p>
        </p:txBody>
      </p:sp>
      <p:pic>
        <p:nvPicPr>
          <p:cNvPr id="5" name="Picture 4" descr="arch_multimodal_self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能力来源：跨模态对齐、时序一致性与缺失模态补全共同形成鲁棒表征。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核心原理：同一地块的长期、跨源表征学习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遥感不是孤立图片，而是同一地球表面的反复观测；这使通用嵌入成为可能。</a:t>
            </a:r>
          </a:p>
        </p:txBody>
      </p:sp>
      <p:pic>
        <p:nvPicPr>
          <p:cNvPr id="5" name="Picture 4" descr="arch_same_land_to_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GPT 将文本单元 token 化；玄女将地球观测单元嵌入化。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模型架构：编码器、嵌入空间与任务头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底层统一编码，中层形成 DV 地理嵌入向量，上层用轻量任务头服务不同场景。</a:t>
            </a:r>
          </a:p>
        </p:txBody>
      </p:sp>
      <p:pic>
        <p:nvPicPr>
          <p:cNvPr id="5" name="Picture 4" descr="arch_model_encoder_embedding_h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新增任务复用同一表征资产，训练成本和交付周期随任务数量下降。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840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Noto Sans SC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" y="256032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SC"/>
              </a:rPr>
              <a:t>发展规划：三年三阶段里程碑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932688"/>
            <a:ext cx="101498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Noto Sans SC"/>
              </a:rPr>
              <a:t>围绕技术成熟度、商业转化和规模化应用，形成清晰可验证的三年推进路径。</a:t>
            </a:r>
          </a:p>
        </p:txBody>
      </p:sp>
      <p:pic>
        <p:nvPicPr>
          <p:cNvPr id="5" name="Picture 4" descr="arch_scale_path_social_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93" y="1335024"/>
            <a:ext cx="8847908" cy="4645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6199632"/>
            <a:ext cx="106070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SC"/>
              </a:rPr>
              <a:t>三年路径：技术验证 → 商业验证 → 规模化应用，风险可控、节奏清晰。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_closing_satellite_imag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" y="786384"/>
            <a:ext cx="20116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Noto Sans SC"/>
              </a:rPr>
              <a:t>玄女科技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243584"/>
            <a:ext cx="6309360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Noto Sans SC"/>
              </a:rPr>
              <a:t>重新定义认知地球的方式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5806440" cy="34747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700" b="1">
                <a:solidFill>
                  <a:srgbClr val="334155"/>
                </a:solidFill>
                <a:latin typeface="Noto Sans SC"/>
              </a:rPr>
              <a:t>做中国的遥感数据通用嵌入底座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35040"/>
            <a:ext cx="5394960" cy="23774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Noto Sans SC"/>
              </a:rPr>
              <a:t>地球观测一次表征 - 多次复用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