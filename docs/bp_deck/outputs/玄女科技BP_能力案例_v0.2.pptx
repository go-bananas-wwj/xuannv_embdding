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395020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133856"/>
            <a:ext cx="6931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073" y="1481328"/>
            <a:ext cx="1970172" cy="8595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24528" y="2414016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073" y="2743200"/>
            <a:ext cx="1970172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24528" y="3675887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7073" y="4005072"/>
            <a:ext cx="1970172" cy="859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224528" y="4937760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1894133"/>
            <a:ext cx="3255264" cy="8020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82127" y="2962656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7" y="3759509"/>
            <a:ext cx="3255264" cy="80202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82127" y="4828032"/>
            <a:ext cx="3255264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" y="5596128"/>
            <a:ext cx="1444752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多类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54096" y="5596128"/>
            <a:ext cx="1444752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45536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45536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知识复用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5596128"/>
            <a:ext cx="1444752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79" y="5715000"/>
            <a:ext cx="1261872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9" y="6025896"/>
            <a:ext cx="126187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多次复用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5669280"/>
            <a:ext cx="440740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旧标签提供监督，模型学习可迁移地物表征。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