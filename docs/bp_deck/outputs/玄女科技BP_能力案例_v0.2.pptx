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133856"/>
            <a:ext cx="2944368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737360"/>
            <a:ext cx="3072384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487168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2724912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2615184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889504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255264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3493008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383280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657600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023360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261104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151376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425696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901184"/>
            <a:ext cx="3017520" cy="65836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047488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85232"/>
            <a:ext cx="268833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地理嵌入融合变化前后 RGB 与表征差异，模型不只看云下影像，而是比较区域语义变化。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7529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2787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8044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330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7" name="Picture 26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554480"/>
            <a:ext cx="6876288" cy="148132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35424" y="162763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169621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 1</a:t>
            </a:r>
          </a:p>
        </p:txBody>
      </p:sp>
      <p:pic>
        <p:nvPicPr>
          <p:cNvPr id="30" name="Picture 29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017520"/>
            <a:ext cx="6876288" cy="148132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535424" y="309067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1592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 2</a:t>
            </a:r>
          </a:p>
        </p:txBody>
      </p:sp>
      <p:pic>
        <p:nvPicPr>
          <p:cNvPr id="33" name="Picture 32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4480560"/>
            <a:ext cx="6876288" cy="148132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535424" y="455371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462229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702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0702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371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5371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857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371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5371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57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6254496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