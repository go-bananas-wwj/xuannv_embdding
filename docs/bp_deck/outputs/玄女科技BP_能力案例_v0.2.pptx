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用户旅程对比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3852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938528"/>
            <a:ext cx="140817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Noto Sans SC"/>
              </a:rPr>
              <a:t>10-15 天 / 多人串行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接到任务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拆需求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2768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下载影像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等数据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6624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配准清洗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人工解译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5-8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逐图核查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72768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制图统计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2-3 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反复整理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审核归档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多轮返工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53896" y="2496312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32888" y="2496312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118104" y="2807208"/>
            <a:ext cx="0" cy="18288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532888" y="3300984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453896" y="3300984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395020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3392" y="3950208"/>
            <a:ext cx="1444752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2563EB"/>
                </a:solidFill>
                <a:latin typeface="Noto Sans SC"/>
              </a:rPr>
              <a:t>0.5-1 天 / 底座复用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选择任务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 分钟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低门槛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72768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7632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调用底座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7632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自动推理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7632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免重训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1760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6624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自动统计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分钟级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自动制图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72768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7632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生成报告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27632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10 分钟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27632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自动成文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人工复核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确认提交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453896" y="4507992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532888" y="4507992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118104" y="4818888"/>
            <a:ext cx="0" cy="475488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532888" y="5294376"/>
            <a:ext cx="585216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026664" y="4901184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5138928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←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1453896" y="5294376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041648" y="1481328"/>
            <a:ext cx="3749039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69" name="Picture 68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982" y="1847088"/>
            <a:ext cx="957170" cy="1353312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041648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总报告</a:t>
            </a:r>
          </a:p>
        </p:txBody>
      </p:sp>
      <p:pic>
        <p:nvPicPr>
          <p:cNvPr id="71" name="Picture 70" descr="model_construction_p6_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566" y="1847088"/>
            <a:ext cx="957170" cy="1353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85232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建筑工地</a:t>
            </a:r>
          </a:p>
        </p:txBody>
      </p:sp>
      <p:pic>
        <p:nvPicPr>
          <p:cNvPr id="73" name="Picture 72" descr="model_building_p6_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50" y="1847088"/>
            <a:ext cx="957170" cy="135331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528816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建筑变化</a:t>
            </a:r>
          </a:p>
        </p:txBody>
      </p:sp>
      <p:pic>
        <p:nvPicPr>
          <p:cNvPr id="75" name="Picture 74" descr="model_farmland_p6_p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5982" y="3639312"/>
            <a:ext cx="957170" cy="135331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041648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耕地非农非粮</a:t>
            </a:r>
          </a:p>
        </p:txBody>
      </p:sp>
      <p:pic>
        <p:nvPicPr>
          <p:cNvPr id="77" name="Picture 76" descr="model_trash_p6_p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9566" y="3639312"/>
            <a:ext cx="957170" cy="135331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5285232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垃圾渣土</a:t>
            </a:r>
          </a:p>
        </p:txBody>
      </p:sp>
      <p:pic>
        <p:nvPicPr>
          <p:cNvPr id="79" name="Picture 78" descr="all_categories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813048"/>
            <a:ext cx="1005840" cy="100584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528816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点位分布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41648" y="5468112"/>
            <a:ext cx="3749039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已生成 5 份专题报告，共 199 页，覆盖多类城市治理任务。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交付效率测算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Benchmark：多时序变化任务，玄女 V1.0 优于 AEF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572768"/>
            <a:ext cx="3035808" cy="10241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755648"/>
            <a:ext cx="25968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SC"/>
              </a:rPr>
              <a:t>核心结论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029968"/>
            <a:ext cx="2670048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在建筑变化、耕地变化、垃圾堆放等多时序变化类任务上，玄女 V1.0 表现更优。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889504"/>
            <a:ext cx="3035808" cy="950976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3054096"/>
            <a:ext cx="25968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Noto Sans SC"/>
              </a:rPr>
              <a:t>坦诚短板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28416"/>
            <a:ext cx="2670048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施工工地属于单时序识别类任务，当前训练数据不足，AEF 暂时更强。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4133087"/>
            <a:ext cx="303580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279392"/>
            <a:ext cx="259689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怎么看这张图？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35424"/>
            <a:ext cx="267004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蓝色为玄女 V1.0，红色为 AEF；同一任务下柱越高越好。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41648" y="1426464"/>
            <a:ext cx="0" cy="385876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315968" y="1444752"/>
            <a:ext cx="66202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四类任务、四组指标对比</a:t>
            </a:r>
          </a:p>
        </p:txBody>
      </p:sp>
      <p:pic>
        <p:nvPicPr>
          <p:cNvPr id="16" name="Picture 15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72868"/>
            <a:ext cx="6967728" cy="17258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89120" y="4498848"/>
            <a:ext cx="35112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变化类任务：建筑变化 / 耕地变化 / 垃圾堆放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4498848"/>
            <a:ext cx="252374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Noto Sans SC"/>
              </a:rPr>
              <a:t>单时序识别任务：施工工地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98464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98464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7808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8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5010912"/>
            <a:ext cx="1335024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7152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70448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618134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玄女已经在中国城市变化类任务上形成可量化优势；单时序短板，可通过本土训练数据继续补齐。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海淀区：本土任务需要本土遥感嵌入底座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同一套地理嵌入，进入中国城市治理场景后，必须适配本土数据、标签口径和业务目标。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481328"/>
            <a:ext cx="48646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真实任务样例</a:t>
            </a:r>
          </a:p>
        </p:txBody>
      </p:sp>
      <p:pic>
        <p:nvPicPr>
          <p:cNvPr id="6" name="Picture 5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107" y="1828800"/>
            <a:ext cx="4715433" cy="2432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" y="4407408"/>
            <a:ext cx="47548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高分影像 / 嵌入可视化 / 预测结果 / 标注对比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4901184"/>
            <a:ext cx="4754880" cy="420624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5029200"/>
            <a:ext cx="442569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施工工地、建筑变化、垃圾堆放等任务，依赖本地标签体系和业务定义。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1408176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72784" y="1481328"/>
            <a:ext cx="46634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三点判断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1938528"/>
            <a:ext cx="4443984" cy="603504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66543"/>
            <a:ext cx="113385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1 方向成立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8975" y="2066543"/>
            <a:ext cx="277977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AlphaEarth 验证地理嵌入的基础设施价值。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3017520"/>
            <a:ext cx="4443984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3145536"/>
            <a:ext cx="113385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Noto Sans SC"/>
              </a:rPr>
              <a:t>2 本土差异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8975" y="3145536"/>
            <a:ext cx="277977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多时序城市变化任务，玄女已有可量化优势。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8" y="4096512"/>
            <a:ext cx="4443984" cy="603504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4224528"/>
            <a:ext cx="113385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Noto Sans SC"/>
              </a:rPr>
              <a:t>3 数据壁垒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8975" y="4224528"/>
            <a:ext cx="277977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单时序短板通过本土数据闭环持续补齐。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144768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本土数据 + 本土标签 + 本土业务闭环，形成中国城市治理场景下的地理智能底座。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