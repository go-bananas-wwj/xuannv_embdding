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133856"/>
            <a:ext cx="2944368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86384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86384" y="1737360"/>
            <a:ext cx="3072384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2487168"/>
            <a:ext cx="30175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" y="2724912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2615184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889504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3255264"/>
            <a:ext cx="30175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3493008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383280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657600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4023360"/>
            <a:ext cx="30175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4261104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151376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425696"/>
            <a:ext cx="217627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901184"/>
            <a:ext cx="3017520" cy="65836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047488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85232"/>
            <a:ext cx="268833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地理嵌入融合变化前后 RGB 与表征差异，模型不只看云下影像，而是比较区域语义变化。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87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3536" y="1325880"/>
            <a:ext cx="1243584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7" name="Picture 26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981" y="1627632"/>
            <a:ext cx="5100869" cy="109728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535424" y="1700784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1769364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 1</a:t>
            </a:r>
          </a:p>
        </p:txBody>
      </p:sp>
      <p:pic>
        <p:nvPicPr>
          <p:cNvPr id="30" name="Picture 29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981" y="3035808"/>
            <a:ext cx="5100869" cy="109728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535424" y="3108960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177540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 2</a:t>
            </a:r>
          </a:p>
        </p:txBody>
      </p:sp>
      <p:pic>
        <p:nvPicPr>
          <p:cNvPr id="33" name="Picture 32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81" y="4443984"/>
            <a:ext cx="5100869" cy="109728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4535424" y="4517136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4585716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42432" y="1755648"/>
            <a:ext cx="1115568" cy="64008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42432" y="1554480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97296" y="1613916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3145536"/>
            <a:ext cx="1115568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2000" y="2944368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26864" y="3003804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3712" y="4608576"/>
            <a:ext cx="1170432" cy="64008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53712" y="4407408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08576" y="4466844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592531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