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133856"/>
            <a:ext cx="2944368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86384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86384" y="1737360"/>
            <a:ext cx="3072384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2359152"/>
            <a:ext cx="301752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0976" y="2532888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2450592"/>
            <a:ext cx="235915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2670048"/>
            <a:ext cx="2359152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" y="2971800"/>
            <a:ext cx="301752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0976" y="3145536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3063240"/>
            <a:ext cx="235915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" y="3282696"/>
            <a:ext cx="2359152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" y="3584448"/>
            <a:ext cx="301752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0976" y="3758184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3584" y="3675887"/>
            <a:ext cx="235915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359152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" y="4370832"/>
            <a:ext cx="3017520" cy="11704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535424"/>
            <a:ext cx="26517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4782312"/>
            <a:ext cx="265176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训练阶段融合多模态遥感数据；单一模态被云雾遮挡时，其他模态仍可补充约束。对比变化前后地理嵌入差异，即可识别真实变化区域。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1325880"/>
            <a:ext cx="1298448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37529" y="1325880"/>
            <a:ext cx="1298448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2787" y="1325880"/>
            <a:ext cx="1298448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88044" y="1325880"/>
            <a:ext cx="1298448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3302" y="1325880"/>
            <a:ext cx="1298448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7" name="Picture 26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2272" y="1554480"/>
            <a:ext cx="6876288" cy="1481328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3767328" y="2176272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31336" y="224485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样例一</a:t>
            </a:r>
          </a:p>
        </p:txBody>
      </p:sp>
      <p:pic>
        <p:nvPicPr>
          <p:cNvPr id="30" name="Picture 29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3017520"/>
            <a:ext cx="6876288" cy="1481328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3767328" y="3639312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31336" y="3707891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样例二</a:t>
            </a:r>
          </a:p>
        </p:txBody>
      </p:sp>
      <p:pic>
        <p:nvPicPr>
          <p:cNvPr id="33" name="Picture 32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4480560"/>
            <a:ext cx="6876288" cy="1481328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3767328" y="5102352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31336" y="517093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07024" y="1700784"/>
            <a:ext cx="1078992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907024" y="1499616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1888" y="15590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3712" y="3072384"/>
            <a:ext cx="1207008" cy="82296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553712" y="2871215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08576" y="29306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3712" y="4663440"/>
            <a:ext cx="1188720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553712" y="4462272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08576" y="4521707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" y="6254496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使用 2021 年 WorldCover 和旧建筑物数据作为监督标签，统一地理嵌入仍能为不同任务提供稳定空间语义线索。</a:t>
            </a:r>
          </a:p>
        </p:txBody>
      </p:sp>
      <p:pic>
        <p:nvPicPr>
          <p:cNvPr id="5" name="Picture 4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66852"/>
            <a:ext cx="3383280" cy="1476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7" name="Picture 6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666852"/>
            <a:ext cx="3383280" cy="14760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074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9" name="Picture 8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1666852"/>
            <a:ext cx="3383280" cy="14760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650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11" name="Picture 10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" y="3735920"/>
            <a:ext cx="4114800" cy="1013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7276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13" name="Picture 12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3735920"/>
            <a:ext cx="4114800" cy="10137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052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44752" y="5358384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619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下游任务示例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7872" y="5358384"/>
            <a:ext cx="1572768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旧标签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仍可迁移验证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50992" y="5358384"/>
            <a:ext cx="1572768" cy="71323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2431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7C3AED"/>
                </a:solidFill>
                <a:latin typeface="Noto Sans SC"/>
              </a:rPr>
              <a:t>一次表征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42431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多任务复用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5522976"/>
            <a:ext cx="285292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新增任务不再等于重新做一套遥感工程。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从检测结果到政府可用报告：已更新至 2026 年 5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哈尔滨新区是政府客户场景。玄女调用模型自动生成最新监测报告，将多任务检测结果组织成可阅读、可复核、可归档的交付物。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Noto Sans SC"/>
              </a:rPr>
              <a:t>传统人工报告</a:t>
            </a:r>
          </a:p>
        </p:txBody>
      </p:sp>
      <p:pic>
        <p:nvPicPr>
          <p:cNvPr id="6" name="Picture 5" descr="manua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828" y="1956816"/>
            <a:ext cx="1785558" cy="2523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2025 年下半年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4882896"/>
            <a:ext cx="31821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正式完整，但制作耗时耗力，后续更新压力大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17136" y="1719072"/>
            <a:ext cx="0" cy="363931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09744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玄女模型自动生成报告</a:t>
            </a:r>
          </a:p>
        </p:txBody>
      </p:sp>
      <p:pic>
        <p:nvPicPr>
          <p:cNvPr id="11" name="Picture 10" descr="model_total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19" y="1956816"/>
            <a:ext cx="1784992" cy="2523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47488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2025 年 12 月 - 2026 年 5 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4882896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自动汇总多任务结果，降低制图、统计和撰写压力</a:t>
            </a:r>
          </a:p>
        </p:txBody>
      </p:sp>
      <p:pic>
        <p:nvPicPr>
          <p:cNvPr id="14" name="Picture 13" descr="all_categories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901952"/>
            <a:ext cx="237744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77072" y="4407408"/>
            <a:ext cx="2596896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2026 报告点位分布图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6 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传统报告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0928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7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255 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人工规模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模型报告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10928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7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199 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7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自动生成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真正的产品化能力，是把遥感分析结果变成可持续交付的业务文档。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