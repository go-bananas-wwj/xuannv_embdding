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24128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57276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original_13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75104"/>
            <a:ext cx="2596896" cy="193852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152144" y="4187952"/>
            <a:ext cx="2633471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60704" y="4462272"/>
            <a:ext cx="2798064" cy="40233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5102352"/>
            <a:ext cx="263347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57276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original_1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975104"/>
            <a:ext cx="2596896" cy="193852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73168" y="4187952"/>
            <a:ext cx="2633472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81728" y="4462272"/>
            <a:ext cx="2798064" cy="40233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5102352"/>
            <a:ext cx="263347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57276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original_13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975104"/>
            <a:ext cx="2596896" cy="193852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94192" y="4187952"/>
            <a:ext cx="2633471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302752" y="4462272"/>
            <a:ext cx="2798064" cy="40233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6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5102352"/>
            <a:ext cx="263347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225296"/>
            <a:ext cx="22860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481328"/>
            <a:ext cx="1225296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682496"/>
            <a:ext cx="3383280" cy="8046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SC"/>
              </a:rPr>
              <a:t>城市治理依赖持续监测，但光学影像经常受云、雪、雾和季节差异影响。传统流程遇到影像质量问题，往往需要重新筛数据、换时相、补人工判断。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9077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" y="314553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303580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33101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3822191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4059935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9502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2245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47365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4974336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8646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51389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1243584"/>
            <a:ext cx="6547104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Noto Sans SC"/>
              </a:rPr>
              <a:t>每个样例列含义：变化前 RGB / 变化后 RGB / 变化前嵌入 / 变化后嵌入 / 模型预测变化区域</a:t>
            </a:r>
          </a:p>
        </p:txBody>
      </p:sp>
      <p:pic>
        <p:nvPicPr>
          <p:cNvPr id="20" name="Picture 19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085" y="1664208"/>
            <a:ext cx="4675796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63440" y="2743200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1</a:t>
            </a:r>
          </a:p>
        </p:txBody>
      </p:sp>
      <p:pic>
        <p:nvPicPr>
          <p:cNvPr id="22" name="Picture 21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85" y="2980944"/>
            <a:ext cx="4675796" cy="1005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63440" y="4059935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2</a:t>
            </a:r>
          </a:p>
        </p:txBody>
      </p:sp>
      <p:pic>
        <p:nvPicPr>
          <p:cNvPr id="24" name="Picture 2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085" y="4297680"/>
            <a:ext cx="4675796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63440" y="5376672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92531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