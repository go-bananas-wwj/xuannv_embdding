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用户旅程对比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3852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938528"/>
            <a:ext cx="140817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Noto Sans SC"/>
              </a:rPr>
              <a:t>10-15 天 / 多人串行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拆需求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配准清洗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5-8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逐图核查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2-3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反复整理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多轮返工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53896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32888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8104" y="2807208"/>
            <a:ext cx="0" cy="18288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32888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53896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395020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3950208"/>
            <a:ext cx="1444752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2563EB"/>
                </a:solidFill>
                <a:latin typeface="Noto Sans SC"/>
              </a:rPr>
              <a:t>0.5-1 天 / 底座复用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 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低门槛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自动推理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免重训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分钟级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自动制图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10 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7632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自动成文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确认提交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453896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32888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118104" y="4818888"/>
            <a:ext cx="0" cy="475488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532888" y="5294376"/>
            <a:ext cx="5852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026664" y="4901184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138928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←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1453896" y="5294376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9" name="Picture 68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71" name="Picture 70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73" name="Picture 72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75" name="Picture 74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77" name="Picture 76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79" name="Picture 78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Benchmark：多时序变化任务，玄女 V1.0 优于 AEF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572768"/>
            <a:ext cx="3035808" cy="10241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755648"/>
            <a:ext cx="25968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SC"/>
              </a:rPr>
              <a:t>核心结论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029968"/>
            <a:ext cx="2670048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在建筑变化、耕地变化、垃圾堆放等多时序变化类任务上，玄女 V1.0 表现更优。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889504"/>
            <a:ext cx="3035808" cy="950976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3054096"/>
            <a:ext cx="25968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Noto Sans SC"/>
              </a:rPr>
              <a:t>坦诚短板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8416"/>
            <a:ext cx="2670048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施工工地属于单时序识别类任务，当前训练数据不足，AEF 暂时更强。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4133087"/>
            <a:ext cx="303580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279392"/>
            <a:ext cx="259689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怎么看这张图？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35424"/>
            <a:ext cx="267004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蓝色为玄女 V1.0，红色为 AEF；同一任务下柱越高越好。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41648" y="1426464"/>
            <a:ext cx="0" cy="385876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15968" y="1444752"/>
            <a:ext cx="66202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四类任务、四组指标对比</a:t>
            </a:r>
          </a:p>
        </p:txBody>
      </p:sp>
      <p:pic>
        <p:nvPicPr>
          <p:cNvPr id="16" name="Picture 15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72868"/>
            <a:ext cx="6967728" cy="17258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89120" y="4498848"/>
            <a:ext cx="35112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变化类任务：建筑变化 / 耕地变化 / 垃圾堆放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4498848"/>
            <a:ext cx="252374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SC"/>
              </a:rPr>
              <a:t>单时序识别任务：施工工地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98464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8464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7808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5010912"/>
            <a:ext cx="1335024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70448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618134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玄女已经在中国城市变化类任务上形成可量化优势；单时序短板，可通过本土训练数据继续补齐。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海淀区：本土任务需要本土遥感嵌入底座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海淀 Benchmark 的价值不只是跑分，而是说明：通用地理嵌入进入真实城市治理任务后，会受到本土数据、标签口径和业务目标的共同影响。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481328"/>
            <a:ext cx="48646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真实任务样例</a:t>
            </a:r>
          </a:p>
        </p:txBody>
      </p:sp>
      <p:pic>
        <p:nvPicPr>
          <p:cNvPr id="6" name="Picture 5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07" y="1828800"/>
            <a:ext cx="4715433" cy="2432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" y="4407408"/>
            <a:ext cx="47548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高分影像 / 嵌入可视化 / 预测结果 / 标注对比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4882896"/>
            <a:ext cx="4754880" cy="512064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5029200"/>
            <a:ext cx="442569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这类城市建设活动具有明显的本土业务定义：什么算施工工地、变化是否有效、是否需要进入报告，都依赖本地标签体系。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1408176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72784" y="1481328"/>
            <a:ext cx="46634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Benchmark 传递的三层信息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1901952"/>
            <a:ext cx="4443984" cy="694944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029968"/>
            <a:ext cx="407822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1 方向已被验证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2267712"/>
            <a:ext cx="404164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AlphaEarth/AEF 证明地理嵌入正在成为遥感智能基础设施。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49640" y="2651760"/>
            <a:ext cx="0" cy="2743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27648" y="2999232"/>
            <a:ext cx="4443984" cy="78638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127248"/>
            <a:ext cx="407822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2 本土任务产生差异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364992"/>
            <a:ext cx="404164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建筑变化、耕地变化、垃圾堆放等多时序任务，玄女已形成可量化优势。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49640" y="3840480"/>
            <a:ext cx="0" cy="2743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27648" y="4187952"/>
            <a:ext cx="4443984" cy="786384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315968"/>
            <a:ext cx="407822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Noto Sans SC"/>
              </a:rPr>
              <a:t>3 数据补齐形成壁垒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4553712"/>
            <a:ext cx="404164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施工工地等单时序任务暂时落后，反而明确了补数据、补标签、补任务定义的迭代路径。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6071616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商业含义：不是简单国产替代，而是用本土数据和业务闭环，持续训练出更适配中国城市治理的地理智能底座。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