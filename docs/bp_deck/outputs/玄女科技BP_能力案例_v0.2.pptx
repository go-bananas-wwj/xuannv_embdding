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一个嵌入服务多类任务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同一区域表征可被多个任务头复用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旧标签仍能提供监督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2021 年 WorldCover 与旧建筑数据可迁移验证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新增任务不必重建工程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减少重复下载、标注、训练与调参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46320"/>
            <a:ext cx="248716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先沉淀区域级通用表征，再按业务需求快速接入不同下游任务。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133856"/>
            <a:ext cx="632764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真实任务样例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766540"/>
            <a:ext cx="1920240" cy="83775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736592" y="2871216"/>
            <a:ext cx="19202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28" y="1766540"/>
            <a:ext cx="1920240" cy="83775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67728" y="2871216"/>
            <a:ext cx="19202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4" y="1766540"/>
            <a:ext cx="1920240" cy="83775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98864" y="2871216"/>
            <a:ext cx="19202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592" y="3923438"/>
            <a:ext cx="2889504" cy="71190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736592" y="4882896"/>
            <a:ext cx="288950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3923438"/>
            <a:ext cx="2889504" cy="71190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11312" y="4882896"/>
            <a:ext cx="288950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36592" y="5358384"/>
            <a:ext cx="129844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28031" y="5477256"/>
            <a:ext cx="111556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1" y="5788152"/>
            <a:ext cx="11155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64224" y="5358384"/>
            <a:ext cx="1298448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5664" y="5477256"/>
            <a:ext cx="111556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5788152"/>
            <a:ext cx="11155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仍可迁移验证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91856" y="5358384"/>
            <a:ext cx="1298448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3296" y="5477256"/>
            <a:ext cx="111556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3296" y="5788152"/>
            <a:ext cx="11155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多任务复用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1472" y="5532120"/>
            <a:ext cx="1627632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从“一事一模型”转向“一套底座、多任务复用”。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