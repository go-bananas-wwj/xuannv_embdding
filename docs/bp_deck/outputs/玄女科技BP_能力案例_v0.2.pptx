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24128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572768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1931944"/>
            <a:ext cx="2816352" cy="1915119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152144" y="4187952"/>
            <a:ext cx="2633471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60704" y="4462272"/>
            <a:ext cx="2798064" cy="40233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5102352"/>
            <a:ext cx="2633472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572768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728" y="1931944"/>
            <a:ext cx="2816352" cy="1915119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73168" y="4187952"/>
            <a:ext cx="2633472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81728" y="4462272"/>
            <a:ext cx="2798064" cy="40233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8032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5102352"/>
            <a:ext cx="2633472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572768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931944"/>
            <a:ext cx="2816352" cy="1915119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94192" y="4187952"/>
            <a:ext cx="2633471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302752" y="4462272"/>
            <a:ext cx="2798064" cy="40233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49056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5102352"/>
            <a:ext cx="2633472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225296"/>
            <a:ext cx="22860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86384" y="1481328"/>
            <a:ext cx="1225296" cy="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86384" y="1682496"/>
            <a:ext cx="3383280" cy="8046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SC"/>
              </a:rPr>
              <a:t>城市治理依赖持续监测，但光学影像经常受云、雪、雾和季节差异影响。传统流程遇到影像质量问题，往往需要重新筛数据、换时相、补人工判断。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2907792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" y="314553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303580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33101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" y="3822191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4059935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3312" y="3950207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2245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" y="4736592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4974336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53312" y="4864607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51389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1243584"/>
            <a:ext cx="6547104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64748B"/>
                </a:solidFill>
                <a:latin typeface="Noto Sans SC"/>
              </a:rPr>
              <a:t>每个样例列含义：变化前 RGB / 变化后 RGB / 变化前嵌入 / 变化后嵌入 / 模型预测变化区域</a:t>
            </a:r>
          </a:p>
        </p:txBody>
      </p:sp>
      <p:pic>
        <p:nvPicPr>
          <p:cNvPr id="20" name="Picture 19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085" y="1664208"/>
            <a:ext cx="4675796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63440" y="2743200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1</a:t>
            </a:r>
          </a:p>
        </p:txBody>
      </p:sp>
      <p:pic>
        <p:nvPicPr>
          <p:cNvPr id="22" name="Picture 21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085" y="2980944"/>
            <a:ext cx="4675796" cy="10058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663440" y="4059935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2</a:t>
            </a:r>
          </a:p>
        </p:txBody>
      </p:sp>
      <p:pic>
        <p:nvPicPr>
          <p:cNvPr id="24" name="Picture 2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5085" y="4297680"/>
            <a:ext cx="4675796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63440" y="5376672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92531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使用 2021 年 WorldCover 和旧建筑物数据作为监督标签，统一地理嵌入仍能为不同任务提供稳定空间语义线索。</a:t>
            </a:r>
          </a:p>
        </p:txBody>
      </p:sp>
      <p:pic>
        <p:nvPicPr>
          <p:cNvPr id="5" name="Picture 4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66852"/>
            <a:ext cx="3383280" cy="1476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7" name="Picture 6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666852"/>
            <a:ext cx="3383280" cy="14760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074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9" name="Picture 8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1666852"/>
            <a:ext cx="3383280" cy="14760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650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11" name="Picture 10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735920"/>
            <a:ext cx="4114800" cy="1013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7276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13" name="Picture 12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3735920"/>
            <a:ext cx="4114800" cy="10137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052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" y="5358384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19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下游任务示例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5358384"/>
            <a:ext cx="1572768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旧标签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仍可迁移验证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0992" y="5358384"/>
            <a:ext cx="1572768" cy="71323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1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SC"/>
              </a:rPr>
              <a:t>一次表征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42431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多任务复用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522976"/>
            <a:ext cx="285292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新增任务不再等于重新做一套遥感工程。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203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