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225296"/>
            <a:ext cx="22860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481328"/>
            <a:ext cx="1225296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682496"/>
            <a:ext cx="3383280" cy="8046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SC"/>
              </a:rPr>
              <a:t>城市治理依赖持续监测，但光学影像经常受云、雪、雾和季节差异影响。传统流程遇到影像质量问题，往往需要重新筛数据、换时相、补人工判断。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9077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" y="314553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303580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33101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3822191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4059935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9502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2245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4736592"/>
            <a:ext cx="334670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4974336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864607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5138928"/>
            <a:ext cx="25054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1243584"/>
            <a:ext cx="6547104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64748B"/>
                </a:solidFill>
                <a:latin typeface="Noto Sans SC"/>
              </a:rPr>
              <a:t>每个样例列含义：变化前 RGB / 变化后 RGB / 变化前嵌入 / 变化后嵌入 / 模型预测变化区域</a:t>
            </a:r>
          </a:p>
        </p:txBody>
      </p:sp>
      <p:pic>
        <p:nvPicPr>
          <p:cNvPr id="20" name="Picture 19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085" y="1664208"/>
            <a:ext cx="4675796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63440" y="2743200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1</a:t>
            </a:r>
          </a:p>
        </p:txBody>
      </p:sp>
      <p:pic>
        <p:nvPicPr>
          <p:cNvPr id="22" name="Picture 21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85" y="2980944"/>
            <a:ext cx="4675796" cy="1005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663440" y="4059935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2</a:t>
            </a:r>
          </a:p>
        </p:txBody>
      </p:sp>
      <p:pic>
        <p:nvPicPr>
          <p:cNvPr id="24" name="Picture 2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085" y="4297680"/>
            <a:ext cx="4675796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63440" y="5376672"/>
            <a:ext cx="641908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云遮挡变化检测样例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92531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