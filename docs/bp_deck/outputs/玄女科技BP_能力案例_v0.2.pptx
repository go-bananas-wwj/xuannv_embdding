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能力案例：三个合作区域的真实需求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以下选取哈尔滨新区、海淀区与雅江区域三个合作场景，分别对应政务监测、城市变化评测与水电站安全监测需求。</a:t>
            </a:r>
          </a:p>
        </p:txBody>
      </p:sp>
      <p:pic>
        <p:nvPicPr>
          <p:cNvPr id="5" name="Picture 4" descr="capability_regions_network_v1_5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554480"/>
            <a:ext cx="10332720" cy="206654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" y="4005072"/>
            <a:ext cx="3383280" cy="14081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426110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4261104"/>
            <a:ext cx="219456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718304"/>
            <a:ext cx="6400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合作场景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2224" y="4663440"/>
            <a:ext cx="202996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334155"/>
                </a:solidFill>
                <a:latin typeface="Noto Sans SC"/>
              </a:rPr>
              <a:t>政府客户：城市治理遥感监测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84064"/>
            <a:ext cx="6400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核心需求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5010912"/>
            <a:ext cx="2084831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334155"/>
                </a:solidFill>
                <a:latin typeface="Noto Sans SC"/>
              </a:rPr>
              <a:t>多专题持续监测，并形成可归档报告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4005072"/>
            <a:ext cx="3383280" cy="14081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26864" y="4261104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7216" y="4261104"/>
            <a:ext cx="219456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4718304"/>
            <a:ext cx="6400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合作场景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663440"/>
            <a:ext cx="202996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334155"/>
                </a:solidFill>
                <a:latin typeface="Noto Sans SC"/>
              </a:rPr>
              <a:t>复杂城市纹理下游评测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5084064"/>
            <a:ext cx="6400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010912"/>
            <a:ext cx="2084831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334155"/>
                </a:solidFill>
                <a:latin typeface="Noto Sans SC"/>
              </a:rPr>
              <a:t>用本土任务指标对标国际地理嵌入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4005072"/>
            <a:ext cx="3383280" cy="14081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7888" y="4261104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4261104"/>
            <a:ext cx="219456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4718304"/>
            <a:ext cx="6400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合作场景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4663440"/>
            <a:ext cx="202996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334155"/>
                </a:solidFill>
                <a:latin typeface="Noto Sans SC"/>
              </a:rPr>
              <a:t>雅江水电站周边监测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5084064"/>
            <a:ext cx="6400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核心需求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5010912"/>
            <a:ext cx="2084831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334155"/>
                </a:solidFill>
                <a:latin typeface="Noto Sans SC"/>
              </a:rPr>
              <a:t>通过智能体生成可交互遥感分析报告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907024"/>
            <a:ext cx="1024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后续三组案例将分别展开其数据条件、任务需求与交付形态。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22860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481328"/>
            <a:ext cx="1225296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682496"/>
            <a:ext cx="3383280" cy="8046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城市治理依赖持续监测，但光学影像经常受云、雪、雾和季节差异影响。传统流程遇到影像质量问题，往往需要重新筛数据、换时相、补人工判断。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1243584"/>
            <a:ext cx="6547104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SC"/>
              </a:rPr>
              <a:t>每个样例列含义：变化前 RGB / 变化后 RGB / 变化前嵌入 / 变化后嵌入 / 模型预测变化区域</a:t>
            </a:r>
          </a:p>
        </p:txBody>
      </p:sp>
      <p:pic>
        <p:nvPicPr>
          <p:cNvPr id="20" name="Picture 19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085" y="1664208"/>
            <a:ext cx="4675796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2743200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1</a:t>
            </a:r>
          </a:p>
        </p:txBody>
      </p:sp>
      <p:pic>
        <p:nvPicPr>
          <p:cNvPr id="22" name="Picture 21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85" y="2980944"/>
            <a:ext cx="4675796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63440" y="4059935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2</a:t>
            </a:r>
          </a:p>
        </p:txBody>
      </p:sp>
      <p:pic>
        <p:nvPicPr>
          <p:cNvPr id="24" name="Picture 2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085" y="4297680"/>
            <a:ext cx="4675796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63440" y="5376672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