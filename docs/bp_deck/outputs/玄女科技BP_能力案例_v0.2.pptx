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133856"/>
            <a:ext cx="2944368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737360"/>
            <a:ext cx="3072384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359152"/>
            <a:ext cx="301752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2450592"/>
            <a:ext cx="235915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670048"/>
            <a:ext cx="2359152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2971800"/>
            <a:ext cx="301752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0976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063240"/>
            <a:ext cx="235915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3282696"/>
            <a:ext cx="2359152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3584448"/>
            <a:ext cx="301752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0976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3675887"/>
            <a:ext cx="235915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359152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4370832"/>
            <a:ext cx="3017520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535424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4773168"/>
            <a:ext cx="2651760" cy="49377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玄女底座训练时融入多模态遥感数据。即使某一模态被云雾遮挡或暂时缺失，其他模态仍可提供有效约束，辅助推导缺失信息；再对比变化前后的地理嵌入差异，即可稳定识别真实变化区域。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7529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2787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8044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3302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7" name="Picture 26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1554480"/>
            <a:ext cx="6876288" cy="148132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535424" y="162763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169621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 1</a:t>
            </a:r>
          </a:p>
        </p:txBody>
      </p:sp>
      <p:pic>
        <p:nvPicPr>
          <p:cNvPr id="30" name="Picture 29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3017520"/>
            <a:ext cx="6876288" cy="148132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535424" y="309067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31592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 2</a:t>
            </a:r>
          </a:p>
        </p:txBody>
      </p:sp>
      <p:pic>
        <p:nvPicPr>
          <p:cNvPr id="33" name="Picture 32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4480560"/>
            <a:ext cx="6876288" cy="1481328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4535424" y="455371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2" y="462229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0702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0702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1888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371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5371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0857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371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5371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0857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6254496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