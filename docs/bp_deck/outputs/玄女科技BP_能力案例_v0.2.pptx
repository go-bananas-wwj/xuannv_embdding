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使用 2021 年 WorldCover 和旧建筑物数据作为监督标签，统一地理嵌入仍能为不同任务提供稳定空间语义线索。</a:t>
            </a:r>
          </a:p>
        </p:txBody>
      </p:sp>
      <p:pic>
        <p:nvPicPr>
          <p:cNvPr id="5" name="Picture 4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66852"/>
            <a:ext cx="3383280" cy="1476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7" name="Picture 6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1666852"/>
            <a:ext cx="3383280" cy="14760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074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9" name="Picture 8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1666852"/>
            <a:ext cx="3383280" cy="14760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65008" y="3218688"/>
            <a:ext cx="338328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11" name="Picture 10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735920"/>
            <a:ext cx="4114800" cy="1013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7276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13" name="Picture 12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3735920"/>
            <a:ext cx="4114800" cy="1013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0528" y="4828032"/>
            <a:ext cx="411480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5358384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下游任务示例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7872" y="5358384"/>
            <a:ext cx="1572768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旧标签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仍可迁移验证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50992" y="5358384"/>
            <a:ext cx="1572768" cy="71323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1" y="5477256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7C3AED"/>
                </a:solidFill>
                <a:latin typeface="Noto Sans SC"/>
              </a:rPr>
              <a:t>一次表征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42431" y="5788152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多任务复用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22976"/>
            <a:ext cx="285292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新增任务不再等于重新做一套遥感工程。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