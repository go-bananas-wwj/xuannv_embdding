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395020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133856"/>
            <a:ext cx="6931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1521041"/>
            <a:ext cx="3255264" cy="14201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24528" y="3017520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3276689"/>
            <a:ext cx="3255264" cy="14201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4528" y="4773168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673" y="1517904"/>
            <a:ext cx="1970172" cy="859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82127" y="2450591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2771957"/>
            <a:ext cx="3255264" cy="8020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82127" y="3675887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7" y="3997253"/>
            <a:ext cx="3255264" cy="80202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82127" y="4901183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" y="5596128"/>
            <a:ext cx="1444752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多类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54096" y="5596128"/>
            <a:ext cx="1444752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45536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5536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知识复用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5596128"/>
            <a:ext cx="1444752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9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多次复用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14032" y="5669280"/>
            <a:ext cx="3895344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Ground Truth 可来自旧年份或旧数据源；玄女底座提取的是可迁移的地物表征，而不是机械复制旧标签。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